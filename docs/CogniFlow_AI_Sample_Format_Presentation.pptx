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B547-B435-F4AB-6696-D9ACE3A11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B1C84-8A95-0C03-98A5-F945788F4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C15E4-491A-9911-8B89-CD58C310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B5AF8-B5AA-A01D-D8E2-A36CA52D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16B8A-4969-A756-4052-DB839970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33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E98F3-8187-7DDE-B91F-0DA17C5B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72290-C438-52EB-E60B-37AA95245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0A509-29B8-C316-A7DE-D89C793C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45915-8078-C0DD-7CAE-3F3992FE3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77C6F-A552-F0FA-2D44-1135B888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37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A978-D4F5-01DC-B8A6-0C58566C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649DE-2008-0BCF-CB24-83E60B359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CB0C2-EACE-7A2D-B53F-FC744219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E72AE-57AD-663D-5E27-B6EA8C62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04EB-46F7-B766-3413-610D6B3D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71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1257-97F9-5EF1-636A-989012FC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14C7-192F-CBAA-5771-04EBCFD44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9B76E-D32F-0D31-48B5-E3AC014A2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17466-4CF4-E346-95E8-DFEE1DA6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482A1-C932-2CF2-D6DA-919EB237F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A4CF3-38A3-9D1B-DA66-D5A7B87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3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01FE-C4E4-88F2-7C7B-A7BD2EA5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5D01E-7152-A565-DA83-53232FCC4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49334-05E5-0ED9-9A00-3D071ED5B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8F72A-D34E-DE5F-F8DD-1BAAB151B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91134E-4AB9-041C-5D45-D876A226D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7CADE-6D13-A79B-07C3-C1A8F35F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A5F05-C921-012D-A9CE-058052E7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179207-A8B5-AF71-99E4-5B758328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96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B148-3B82-67B3-C9DF-540F3DAE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BAE23C-1BB8-0B45-00BB-AB241520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9EA72-223F-AF25-F014-B4C75CBF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DFED4-7B8E-936D-94D3-27C51019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62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37662-978B-B3DB-40EB-96DD2F45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885EB-058B-1C62-E384-E5E97658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EC25C-E97E-CAE6-A520-30D7CA4B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63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982F-CBE1-EB44-38DF-1728C642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8CED1-743F-EBB5-6199-C35EE60F4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0C5C9-956B-C7AF-136D-DBF654EC3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EDA26-B940-2CFF-134F-605F2309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580E0-FD97-1DD3-3481-A3C1369B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0EC7F-DEFD-1F35-5FC3-590A95A8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66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2E09-A99D-1C59-75EC-42B00863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A2EF74-C3A8-05F1-B984-7405B2FFA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C3BD5-49E3-74AE-1713-CA2A265C1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7096D-44B2-D839-6802-B64F5209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B03A4-5D30-D022-580F-1FC7BB18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D509D-C926-6AF7-7AA4-47F868D55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82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356E-797D-7476-8873-874F1E6B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F4063-BDEB-2C09-1825-C53B8BBDB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E91C2-F4D8-0BDF-5E33-320147402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455B-C451-5F5E-1B25-F2A7A722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5531E-E616-BFDA-FB9C-2C90703F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246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45676A-5C59-1F83-4626-DEAD79521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84C67-D58A-F399-F7A7-F82772D4B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F2C12-CE1D-4E08-364E-0CE289AD8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8DF78-8C8A-557F-9743-5A767633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2D15F-506A-C538-F2AA-A27B1A28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31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BE19A-8699-E6BF-ADBA-59A4B989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89C13-AFF7-11F1-59A2-53C2FA263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9D71A-D9DC-AF85-D17B-1B87DC118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6A330-B833-4A79-955A-2536B272CB92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D810E-BBC4-77AA-37D2-350DB915C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BDB28-E738-A9E2-431B-C4A37B599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CB766-E1F6-4426-A683-2AC575AFF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25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F09F7C-8E0A-26C6-D9E3-7960E2486F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224B4F-0E38-883A-D709-305B845C5197}"/>
              </a:ext>
            </a:extLst>
          </p:cNvPr>
          <p:cNvSpPr/>
          <p:nvPr/>
        </p:nvSpPr>
        <p:spPr>
          <a:xfrm>
            <a:off x="635000" y="1460500"/>
            <a:ext cx="1524000" cy="762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86C7E-5970-FC29-6F38-94E319CE4DA2}"/>
              </a:ext>
            </a:extLst>
          </p:cNvPr>
          <p:cNvSpPr txBox="1"/>
          <p:nvPr/>
        </p:nvSpPr>
        <p:spPr>
          <a:xfrm>
            <a:off x="698500" y="17780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Aptos Display" panose="020B0004020202020204" pitchFamily="34" charset="0"/>
              </a:rPr>
              <a:t>CogniFlow-AI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301FD-CD06-D9E6-E47C-47D0FC4F7713}"/>
              </a:ext>
            </a:extLst>
          </p:cNvPr>
          <p:cNvSpPr txBox="1"/>
          <p:nvPr/>
        </p:nvSpPr>
        <p:spPr>
          <a:xfrm>
            <a:off x="698500" y="3048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Multi-Modal AI Platform for Chat, Document Intelligence, Emotion Analysis, and Recommendations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B114F3-04AD-5A3B-974A-B0FEE5D573F0}"/>
              </a:ext>
            </a:extLst>
          </p:cNvPr>
          <p:cNvSpPr/>
          <p:nvPr/>
        </p:nvSpPr>
        <p:spPr>
          <a:xfrm>
            <a:off x="698500" y="4445000"/>
            <a:ext cx="7112000" cy="152400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5ED09-4067-D8E6-2986-4254989BD7A9}"/>
              </a:ext>
            </a:extLst>
          </p:cNvPr>
          <p:cNvSpPr txBox="1"/>
          <p:nvPr/>
        </p:nvSpPr>
        <p:spPr>
          <a:xfrm>
            <a:off x="952500" y="4762500"/>
            <a:ext cx="635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14345E"/>
                </a:solidFill>
                <a:latin typeface="Aptos" panose="020B0004020202020204" pitchFamily="34" charset="0"/>
              </a:rPr>
              <a:t>Prepared By: [Your Name / Team Name]</a:t>
            </a:r>
          </a:p>
          <a:p>
            <a:r>
              <a:rPr lang="en-US">
                <a:solidFill>
                  <a:srgbClr val="14345E"/>
                </a:solidFill>
                <a:latin typeface="Aptos" panose="020B0004020202020204" pitchFamily="34" charset="0"/>
              </a:rPr>
              <a:t>Under the Mentorship of: [Guide Name]</a:t>
            </a:r>
            <a:endParaRPr lang="en-IN">
              <a:solidFill>
                <a:srgbClr val="14345E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311B0-E3E8-3F70-0104-94326E937FF5}"/>
              </a:ext>
            </a:extLst>
          </p:cNvPr>
          <p:cNvSpPr txBox="1"/>
          <p:nvPr/>
        </p:nvSpPr>
        <p:spPr>
          <a:xfrm>
            <a:off x="698500" y="6286500"/>
            <a:ext cx="444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100">
                <a:solidFill>
                  <a:srgbClr val="FFFFFF"/>
                </a:solidFill>
                <a:latin typeface="Aptos" panose="020B0004020202020204" pitchFamily="34" charset="0"/>
              </a:rPr>
              <a:t>Academic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53289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EC7291-F549-56F7-39E3-2B76745599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6C5F31-5455-6262-3878-E7E2A34A194B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E7223F-81EA-1A95-1201-C0F460AB124C}"/>
              </a:ext>
            </a:extLst>
          </p:cNvPr>
          <p:cNvSpPr/>
          <p:nvPr/>
        </p:nvSpPr>
        <p:spPr>
          <a:xfrm>
            <a:off x="0" y="787400"/>
            <a:ext cx="121920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FE75A-9B67-6429-FF85-9E2FC3BF6AAE}"/>
              </a:ext>
            </a:extLst>
          </p:cNvPr>
          <p:cNvSpPr txBox="1"/>
          <p:nvPr/>
        </p:nvSpPr>
        <p:spPr>
          <a:xfrm>
            <a:off x="444500" y="1524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Project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9BE17-0E44-66A5-5D62-CBB7358A3B77}"/>
              </a:ext>
            </a:extLst>
          </p:cNvPr>
          <p:cNvSpPr txBox="1"/>
          <p:nvPr/>
        </p:nvSpPr>
        <p:spPr>
          <a:xfrm>
            <a:off x="508000" y="1168400"/>
            <a:ext cx="10922000" cy="166199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700">
                <a:solidFill>
                  <a:srgbClr val="282828"/>
                </a:solidFill>
                <a:latin typeface="Aptos" panose="020B0004020202020204" pitchFamily="34" charset="0"/>
              </a:rPr>
              <a:t>? Build a unified AI platform for text, PDFs, images, scripts, videos, and YouTube links.
? Support chatbot interaction using local or API-based language models.
? Implement retrieval-augmented question answering over uploaded documents.
? Analyze emotional tone from scripts and transcripts.
? Generate PDF reports and mood-based movie recommendations.
? Provide a modern frontend dashboard for all workflows.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9A30A-312A-B689-B4AE-A9F919CCAE4A}"/>
              </a:ext>
            </a:extLst>
          </p:cNvPr>
          <p:cNvSpPr txBox="1"/>
          <p:nvPr/>
        </p:nvSpPr>
        <p:spPr>
          <a:xfrm>
            <a:off x="508000" y="6477000"/>
            <a:ext cx="406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5A5A5A"/>
                </a:solidFill>
                <a:latin typeface="Aptos" panose="020B0004020202020204" pitchFamily="34" charset="0"/>
              </a:rPr>
              <a:t>CogniFlow-AI | Multi-Modal AI Project</a:t>
            </a:r>
          </a:p>
        </p:txBody>
      </p:sp>
    </p:spTree>
    <p:extLst>
      <p:ext uri="{BB962C8B-B14F-4D97-AF65-F5344CB8AC3E}">
        <p14:creationId xmlns:p14="http://schemas.microsoft.com/office/powerpoint/2010/main" val="33988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569E14-5B7C-DB78-EF07-B956DFA01B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54085D-9123-7545-C88B-5BB70F7C93B3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CE5349-B6A6-E3DE-4E00-DD4D8EA5EFC3}"/>
              </a:ext>
            </a:extLst>
          </p:cNvPr>
          <p:cNvSpPr/>
          <p:nvPr/>
        </p:nvSpPr>
        <p:spPr>
          <a:xfrm>
            <a:off x="0" y="787400"/>
            <a:ext cx="121920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18AC9-60D0-DD4D-958B-19928DC7F333}"/>
              </a:ext>
            </a:extLst>
          </p:cNvPr>
          <p:cNvSpPr txBox="1"/>
          <p:nvPr/>
        </p:nvSpPr>
        <p:spPr>
          <a:xfrm>
            <a:off x="444500" y="1524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9E223-62E8-58D4-1222-C1696C8D033F}"/>
              </a:ext>
            </a:extLst>
          </p:cNvPr>
          <p:cNvSpPr txBox="1"/>
          <p:nvPr/>
        </p:nvSpPr>
        <p:spPr>
          <a:xfrm>
            <a:off x="508000" y="1168400"/>
            <a:ext cx="10922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2828"/>
                </a:solidFill>
                <a:latin typeface="Aptos" panose="020B0004020202020204" pitchFamily="34" charset="0"/>
              </a:rPr>
              <a:t>? Users work with many types of unstructured data, but most tools handle only one task at a time.
? Separate tools for chat, document Q&amp;A, OCR, video analysis, and recommendations create fragmentation.
? There is a need for one platform that can process documents, images, scripts, and videos in a unified way.
? The project addresses this gap by integrating multiple AI pipelines inside one application.</a:t>
            </a:r>
            <a:endParaRPr lang="en-IN" sz="1700">
              <a:solidFill>
                <a:srgbClr val="282828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01AB4-E71C-99BF-5786-F143954D056A}"/>
              </a:ext>
            </a:extLst>
          </p:cNvPr>
          <p:cNvSpPr txBox="1"/>
          <p:nvPr/>
        </p:nvSpPr>
        <p:spPr>
          <a:xfrm>
            <a:off x="508000" y="6477000"/>
            <a:ext cx="406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5A5A5A"/>
                </a:solidFill>
                <a:latin typeface="Aptos" panose="020B0004020202020204" pitchFamily="34" charset="0"/>
              </a:rPr>
              <a:t>CogniFlow-AI | Multi-Modal AI Project</a:t>
            </a:r>
          </a:p>
        </p:txBody>
      </p:sp>
    </p:spTree>
    <p:extLst>
      <p:ext uri="{BB962C8B-B14F-4D97-AF65-F5344CB8AC3E}">
        <p14:creationId xmlns:p14="http://schemas.microsoft.com/office/powerpoint/2010/main" val="346304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D389C8-7AFB-4928-C0FC-F72863A0C0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8B902-2013-EA73-D641-C924CC1C26A7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2B7F31-AACD-99A8-F1F5-12258D761531}"/>
              </a:ext>
            </a:extLst>
          </p:cNvPr>
          <p:cNvSpPr/>
          <p:nvPr/>
        </p:nvSpPr>
        <p:spPr>
          <a:xfrm>
            <a:off x="0" y="787400"/>
            <a:ext cx="121920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D4822-412B-B561-56ED-A43883D41F04}"/>
              </a:ext>
            </a:extLst>
          </p:cNvPr>
          <p:cNvSpPr txBox="1"/>
          <p:nvPr/>
        </p:nvSpPr>
        <p:spPr>
          <a:xfrm>
            <a:off x="444500" y="1524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Project Overview -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4A78F-DF17-EA1B-0BEE-F81BED364894}"/>
              </a:ext>
            </a:extLst>
          </p:cNvPr>
          <p:cNvSpPr txBox="1"/>
          <p:nvPr/>
        </p:nvSpPr>
        <p:spPr>
          <a:xfrm>
            <a:off x="508000" y="1168400"/>
            <a:ext cx="10922000" cy="32316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2828"/>
                </a:solidFill>
                <a:latin typeface="Aptos" panose="020B0004020202020204" pitchFamily="34" charset="0"/>
              </a:rPr>
              <a:t>CogniFlow-AI is a full-stack AI application built with a FastAPI backend and a React frontend.
Core capabilities:
? Conversational AI chat
? PDF-based retrieval and question answering
? OCR-based image understanding
? Script emotion analysis
? Video and YouTube emotion analysis
? PDF report generation
? Movie recommendations based on emotional profile
The platform is designed as a modular system where each workflow is handled by a dedicated backend module.</a:t>
            </a:r>
            <a:endParaRPr lang="en-IN" sz="1700">
              <a:solidFill>
                <a:srgbClr val="282828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027A2-A6BD-067E-195C-CBADBF5EEFC0}"/>
              </a:ext>
            </a:extLst>
          </p:cNvPr>
          <p:cNvSpPr txBox="1"/>
          <p:nvPr/>
        </p:nvSpPr>
        <p:spPr>
          <a:xfrm>
            <a:off x="508000" y="6477000"/>
            <a:ext cx="406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5A5A5A"/>
                </a:solidFill>
                <a:latin typeface="Aptos" panose="020B0004020202020204" pitchFamily="34" charset="0"/>
              </a:rPr>
              <a:t>CogniFlow-AI | Multi-Modal AI Project</a:t>
            </a:r>
          </a:p>
        </p:txBody>
      </p:sp>
    </p:spTree>
    <p:extLst>
      <p:ext uri="{BB962C8B-B14F-4D97-AF65-F5344CB8AC3E}">
        <p14:creationId xmlns:p14="http://schemas.microsoft.com/office/powerpoint/2010/main" val="266766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E22DF3-89EA-3D21-C9F5-16A0802755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75EDA0-3925-EB1A-6C01-BC388CDA29B1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581E9-9F07-C939-CB98-E7AC46FB207A}"/>
              </a:ext>
            </a:extLst>
          </p:cNvPr>
          <p:cNvSpPr/>
          <p:nvPr/>
        </p:nvSpPr>
        <p:spPr>
          <a:xfrm>
            <a:off x="0" y="787400"/>
            <a:ext cx="121920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78223-D266-C37A-E2ED-61DB1CC20054}"/>
              </a:ext>
            </a:extLst>
          </p:cNvPr>
          <p:cNvSpPr txBox="1"/>
          <p:nvPr/>
        </p:nvSpPr>
        <p:spPr>
          <a:xfrm>
            <a:off x="444500" y="1524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End Users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4DDA4-4705-60FD-E175-B691D9BB7BDF}"/>
              </a:ext>
            </a:extLst>
          </p:cNvPr>
          <p:cNvSpPr txBox="1"/>
          <p:nvPr/>
        </p:nvSpPr>
        <p:spPr>
          <a:xfrm>
            <a:off x="508000" y="1168400"/>
            <a:ext cx="10922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2828"/>
                </a:solidFill>
                <a:latin typeface="Aptos" panose="020B0004020202020204" pitchFamily="34" charset="0"/>
              </a:rPr>
              <a:t>? Students: To understand AI workflows such as retrieval, OCR, and emotion analysis in one project.
? Faculty and evaluators: To review a full-stack academic AI system with practical outputs.
? Content analysts: To inspect emotional tone in scripts, transcripts, and videos.
? General users: To chat with AI, analyze uploaded content, and receive recommendations.</a:t>
            </a:r>
            <a:endParaRPr lang="en-IN" sz="1700">
              <a:solidFill>
                <a:srgbClr val="282828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0E5EBC-AEF7-0363-9CD6-D60B170CFBA7}"/>
              </a:ext>
            </a:extLst>
          </p:cNvPr>
          <p:cNvSpPr txBox="1"/>
          <p:nvPr/>
        </p:nvSpPr>
        <p:spPr>
          <a:xfrm>
            <a:off x="508000" y="6477000"/>
            <a:ext cx="406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5A5A5A"/>
                </a:solidFill>
                <a:latin typeface="Aptos" panose="020B0004020202020204" pitchFamily="34" charset="0"/>
              </a:rPr>
              <a:t>CogniFlow-AI | Multi-Modal AI Project</a:t>
            </a:r>
          </a:p>
        </p:txBody>
      </p:sp>
    </p:spTree>
    <p:extLst>
      <p:ext uri="{BB962C8B-B14F-4D97-AF65-F5344CB8AC3E}">
        <p14:creationId xmlns:p14="http://schemas.microsoft.com/office/powerpoint/2010/main" val="3777159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FE29C1-EA80-C24B-9CCA-9E41169133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ADC0E2-6362-1C1C-7337-C81928E4F1AA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CDA8F4-781D-F860-9C5E-89DCD82E6FC5}"/>
              </a:ext>
            </a:extLst>
          </p:cNvPr>
          <p:cNvSpPr/>
          <p:nvPr/>
        </p:nvSpPr>
        <p:spPr>
          <a:xfrm>
            <a:off x="0" y="787400"/>
            <a:ext cx="121920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933E1-6E39-3502-2A68-E488ACDE8FD3}"/>
              </a:ext>
            </a:extLst>
          </p:cNvPr>
          <p:cNvSpPr txBox="1"/>
          <p:nvPr/>
        </p:nvSpPr>
        <p:spPr>
          <a:xfrm>
            <a:off x="444500" y="1524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Wow Factor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FB164-C2BB-C4E8-FAF5-15EB2C67905F}"/>
              </a:ext>
            </a:extLst>
          </p:cNvPr>
          <p:cNvSpPr txBox="1"/>
          <p:nvPr/>
        </p:nvSpPr>
        <p:spPr>
          <a:xfrm>
            <a:off x="508000" y="1168400"/>
            <a:ext cx="10922000" cy="140038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700">
                <a:solidFill>
                  <a:srgbClr val="282828"/>
                </a:solidFill>
                <a:latin typeface="Aptos" panose="020B0004020202020204" pitchFamily="34" charset="0"/>
              </a:rPr>
              <a:t>? Multi-modal intelligence: One system works across chat, PDFs, images, scripts, and videos.
? Hybrid AI processing: Combines LLMs, OCR, vector retrieval, transcription, emotion analysis, and recommendation logic.
? Report generation: Users can directly download PDF reports from script and video analysis.
? End-to-end experience: Backend pipelines and frontend dashboard are integrated into one usable product.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98A67-788A-F471-2AB4-9703B369866E}"/>
              </a:ext>
            </a:extLst>
          </p:cNvPr>
          <p:cNvSpPr txBox="1"/>
          <p:nvPr/>
        </p:nvSpPr>
        <p:spPr>
          <a:xfrm>
            <a:off x="508000" y="6477000"/>
            <a:ext cx="406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5A5A5A"/>
                </a:solidFill>
                <a:latin typeface="Aptos" panose="020B0004020202020204" pitchFamily="34" charset="0"/>
              </a:rPr>
              <a:t>CogniFlow-AI | Multi-Modal AI Project</a:t>
            </a:r>
          </a:p>
        </p:txBody>
      </p:sp>
    </p:spTree>
    <p:extLst>
      <p:ext uri="{BB962C8B-B14F-4D97-AF65-F5344CB8AC3E}">
        <p14:creationId xmlns:p14="http://schemas.microsoft.com/office/powerpoint/2010/main" val="164909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E77874-C369-3E08-68F2-409B942DB1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4DC471-39C5-2E65-9CC7-F6F1FC25F240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05760E-70F0-45B1-D99B-17CE16D7270B}"/>
              </a:ext>
            </a:extLst>
          </p:cNvPr>
          <p:cNvSpPr/>
          <p:nvPr/>
        </p:nvSpPr>
        <p:spPr>
          <a:xfrm>
            <a:off x="0" y="787400"/>
            <a:ext cx="121920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6D602-749E-EC83-AF6B-633E71327560}"/>
              </a:ext>
            </a:extLst>
          </p:cNvPr>
          <p:cNvSpPr txBox="1"/>
          <p:nvPr/>
        </p:nvSpPr>
        <p:spPr>
          <a:xfrm>
            <a:off x="444500" y="1524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 Display" panose="020B0004020202020204" pitchFamily="34" charset="0"/>
              </a:rPr>
              <a:t>Modelling / Block Diagram / Flow of Project</a:t>
            </a:r>
            <a:endParaRPr lang="en-IN" sz="24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0B850-1AED-B207-7EFD-750A9EA0BAFC}"/>
              </a:ext>
            </a:extLst>
          </p:cNvPr>
          <p:cNvSpPr txBox="1"/>
          <p:nvPr/>
        </p:nvSpPr>
        <p:spPr>
          <a:xfrm>
            <a:off x="508000" y="1168400"/>
            <a:ext cx="6350000" cy="42780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700">
                <a:solidFill>
                  <a:srgbClr val="282828"/>
                </a:solidFill>
                <a:latin typeface="Aptos" panose="020B0004020202020204" pitchFamily="34" charset="0"/>
              </a:rPr>
              <a:t>Input Layer:
? Chat text, PDFs, images, script text, uploaded videos, and YouTube URLs
Processing Layer:
? Chat module
? RAG document pipeline
? OCR image pipeline
? Script emotion pipeline
? Video transcription and intensity pipeline
? Recommendation engine
? Report generator
Output Layer:
? AI answers, emotion summaries, emotional arcs, recommendations, and PDF reports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8DE03F-40B7-C80B-8C72-1637D2A4A5F4}"/>
              </a:ext>
            </a:extLst>
          </p:cNvPr>
          <p:cNvSpPr/>
          <p:nvPr/>
        </p:nvSpPr>
        <p:spPr>
          <a:xfrm>
            <a:off x="7645400" y="1739900"/>
            <a:ext cx="4013200" cy="2997200"/>
          </a:xfrm>
          <a:prstGeom prst="rect">
            <a:avLst/>
          </a:prstGeom>
          <a:solidFill>
            <a:srgbClr val="F2F6FA"/>
          </a:solidFill>
          <a:ln w="19050">
            <a:solidFill>
              <a:srgbClr val="2070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1D8A27-F318-F885-EAA8-91004F502F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0" y="1841500"/>
            <a:ext cx="3810000" cy="279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25708C-A5C0-FC63-0F64-08D1849E1E3E}"/>
              </a:ext>
            </a:extLst>
          </p:cNvPr>
          <p:cNvSpPr txBox="1"/>
          <p:nvPr/>
        </p:nvSpPr>
        <p:spPr>
          <a:xfrm>
            <a:off x="508000" y="6477000"/>
            <a:ext cx="406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5A5A5A"/>
                </a:solidFill>
                <a:latin typeface="Aptos" panose="020B0004020202020204" pitchFamily="34" charset="0"/>
              </a:rPr>
              <a:t>CogniFlow-AI | Multi-Modal AI Project</a:t>
            </a:r>
          </a:p>
        </p:txBody>
      </p:sp>
    </p:spTree>
    <p:extLst>
      <p:ext uri="{BB962C8B-B14F-4D97-AF65-F5344CB8AC3E}">
        <p14:creationId xmlns:p14="http://schemas.microsoft.com/office/powerpoint/2010/main" val="4143044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40E797-1D2A-9EB7-2087-F06C8EEF45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62D6F4-29C3-8A49-1136-39574B46CDE1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5ABC3-377F-A1DD-6287-DBF83E287AA3}"/>
              </a:ext>
            </a:extLst>
          </p:cNvPr>
          <p:cNvSpPr/>
          <p:nvPr/>
        </p:nvSpPr>
        <p:spPr>
          <a:xfrm>
            <a:off x="0" y="787400"/>
            <a:ext cx="121920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417F5-BDBC-C0B7-3663-3CAA2E7972D9}"/>
              </a:ext>
            </a:extLst>
          </p:cNvPr>
          <p:cNvSpPr txBox="1"/>
          <p:nvPr/>
        </p:nvSpPr>
        <p:spPr>
          <a:xfrm>
            <a:off x="444500" y="1524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Result / 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DCCF6-2918-3044-EB40-0E94344452BF}"/>
              </a:ext>
            </a:extLst>
          </p:cNvPr>
          <p:cNvSpPr txBox="1"/>
          <p:nvPr/>
        </p:nvSpPr>
        <p:spPr>
          <a:xfrm>
            <a:off x="508000" y="1168400"/>
            <a:ext cx="6350000" cy="29700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2828"/>
                </a:solidFill>
                <a:latin typeface="Aptos" panose="020B0004020202020204" pitchFamily="34" charset="0"/>
              </a:rPr>
              <a:t>? The application successfully integrates multiple AI services under one platform.
? PDF documents can be indexed and queried using retrieval-augmented generation.
? Images can be solved through OCR-based text extraction.
? Scripts and videos produce dominant mood, confidence, emotional arc, and recommendations.
? Downloadable PDF reports are generated from analysis pipelines.
? The frontend dashboard provides a dedicated experience for each module.</a:t>
            </a:r>
            <a:endParaRPr lang="en-IN" sz="1700">
              <a:solidFill>
                <a:srgbClr val="282828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D2895-2E09-60C5-538E-FCDF5A005907}"/>
              </a:ext>
            </a:extLst>
          </p:cNvPr>
          <p:cNvSpPr/>
          <p:nvPr/>
        </p:nvSpPr>
        <p:spPr>
          <a:xfrm>
            <a:off x="7581900" y="1739900"/>
            <a:ext cx="3949700" cy="2997200"/>
          </a:xfrm>
          <a:prstGeom prst="rect">
            <a:avLst/>
          </a:prstGeom>
          <a:solidFill>
            <a:srgbClr val="F2F6FA"/>
          </a:solidFill>
          <a:ln w="19050">
            <a:solidFill>
              <a:srgbClr val="2070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95A0BD-E68E-1764-00F1-31A50B4D35F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500" y="1841500"/>
            <a:ext cx="3746500" cy="279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3CA286-E20E-F68D-FC45-EDC13957F2E0}"/>
              </a:ext>
            </a:extLst>
          </p:cNvPr>
          <p:cNvSpPr txBox="1"/>
          <p:nvPr/>
        </p:nvSpPr>
        <p:spPr>
          <a:xfrm>
            <a:off x="508000" y="6477000"/>
            <a:ext cx="406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5A5A5A"/>
                </a:solidFill>
                <a:latin typeface="Aptos" panose="020B0004020202020204" pitchFamily="34" charset="0"/>
              </a:rPr>
              <a:t>CogniFlow-AI | Multi-Modal AI Project</a:t>
            </a:r>
          </a:p>
        </p:txBody>
      </p:sp>
    </p:spTree>
    <p:extLst>
      <p:ext uri="{BB962C8B-B14F-4D97-AF65-F5344CB8AC3E}">
        <p14:creationId xmlns:p14="http://schemas.microsoft.com/office/powerpoint/2010/main" val="403503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EE95B7-E1FB-113F-BB09-9A49D85802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C2F26B-9DCD-CFA6-7742-D6FCB6D4667E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BCF7E7-A9DE-DF25-B9E4-A9DEBD7F9FB0}"/>
              </a:ext>
            </a:extLst>
          </p:cNvPr>
          <p:cNvSpPr/>
          <p:nvPr/>
        </p:nvSpPr>
        <p:spPr>
          <a:xfrm>
            <a:off x="0" y="787400"/>
            <a:ext cx="121920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559F9-60D1-47CF-227E-D7EFA5DCE5D1}"/>
              </a:ext>
            </a:extLst>
          </p:cNvPr>
          <p:cNvSpPr txBox="1"/>
          <p:nvPr/>
        </p:nvSpPr>
        <p:spPr>
          <a:xfrm>
            <a:off x="444500" y="1524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B3E6C-8CBC-5EF1-401A-D190CA4E21F6}"/>
              </a:ext>
            </a:extLst>
          </p:cNvPr>
          <p:cNvSpPr txBox="1"/>
          <p:nvPr/>
        </p:nvSpPr>
        <p:spPr>
          <a:xfrm>
            <a:off x="508000" y="1168400"/>
            <a:ext cx="10922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2828"/>
                </a:solidFill>
                <a:latin typeface="Aptos" panose="020B0004020202020204" pitchFamily="34" charset="0"/>
              </a:rPr>
              <a:t>? CogniFlow-AI successfully combines chatbot interaction, document intelligence, OCR, script analysis, video understanding, recommendations, and reporting into one project.
? The system demonstrates modular backend architecture and practical use of modern AI libraries.
? It serves as a strong academic project and a promising prototype for future intelligent media analysis systems.</a:t>
            </a:r>
            <a:endParaRPr lang="en-IN" sz="1700">
              <a:solidFill>
                <a:srgbClr val="282828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C6424-BE5E-9683-11A0-0C7C7949483B}"/>
              </a:ext>
            </a:extLst>
          </p:cNvPr>
          <p:cNvSpPr txBox="1"/>
          <p:nvPr/>
        </p:nvSpPr>
        <p:spPr>
          <a:xfrm>
            <a:off x="508000" y="6477000"/>
            <a:ext cx="406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5A5A5A"/>
                </a:solidFill>
                <a:latin typeface="Aptos" panose="020B0004020202020204" pitchFamily="34" charset="0"/>
              </a:rPr>
              <a:t>CogniFlow-AI | Multi-Modal AI Project</a:t>
            </a:r>
          </a:p>
        </p:txBody>
      </p:sp>
    </p:spTree>
    <p:extLst>
      <p:ext uri="{BB962C8B-B14F-4D97-AF65-F5344CB8AC3E}">
        <p14:creationId xmlns:p14="http://schemas.microsoft.com/office/powerpoint/2010/main" val="5858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207EF3-A44C-4232-6537-250C1D2E80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2D0962-756E-55D2-0636-8B731B1DCED7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7B2B42-8564-627E-4C3D-050328EEF552}"/>
              </a:ext>
            </a:extLst>
          </p:cNvPr>
          <p:cNvSpPr/>
          <p:nvPr/>
        </p:nvSpPr>
        <p:spPr>
          <a:xfrm>
            <a:off x="0" y="787400"/>
            <a:ext cx="12192000" cy="635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5604F-2732-0875-3457-24DCAD8E9930}"/>
              </a:ext>
            </a:extLst>
          </p:cNvPr>
          <p:cNvSpPr txBox="1"/>
          <p:nvPr/>
        </p:nvSpPr>
        <p:spPr>
          <a:xfrm>
            <a:off x="444500" y="1524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Aptos Display" panose="020B0004020202020204" pitchFamily="34" charset="0"/>
              </a:rPr>
              <a:t>Future Perspective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DBD2D-4999-564F-1DCA-C3B63E8E3AD0}"/>
              </a:ext>
            </a:extLst>
          </p:cNvPr>
          <p:cNvSpPr txBox="1"/>
          <p:nvPr/>
        </p:nvSpPr>
        <p:spPr>
          <a:xfrm>
            <a:off x="508000" y="1168400"/>
            <a:ext cx="10922000" cy="166199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2828"/>
                </a:solidFill>
                <a:latin typeface="Aptos" panose="020B0004020202020204" pitchFamily="34" charset="0"/>
              </a:rPr>
              <a:t>? Add persistent vector database support.
? Improve authentication and session security.
? Introduce automated testing for backend and frontend modules.
? Support multilingual analysis for documents and scripts.
? Enhance recommendations with feedback-based ranking.
? Deploy the project using containerized and scalable infrastructure.</a:t>
            </a:r>
            <a:endParaRPr lang="en-IN" sz="1700">
              <a:solidFill>
                <a:srgbClr val="282828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BDBA4-5D24-9C57-2AAC-96A7258A6DDA}"/>
              </a:ext>
            </a:extLst>
          </p:cNvPr>
          <p:cNvSpPr txBox="1"/>
          <p:nvPr/>
        </p:nvSpPr>
        <p:spPr>
          <a:xfrm>
            <a:off x="508000" y="6477000"/>
            <a:ext cx="406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000">
                <a:solidFill>
                  <a:srgbClr val="5A5A5A"/>
                </a:solidFill>
                <a:latin typeface="Aptos" panose="020B0004020202020204" pitchFamily="34" charset="0"/>
              </a:rPr>
              <a:t>CogniFlow-AI | Multi-Modal AI Project</a:t>
            </a:r>
          </a:p>
        </p:txBody>
      </p:sp>
    </p:spTree>
    <p:extLst>
      <p:ext uri="{BB962C8B-B14F-4D97-AF65-F5344CB8AC3E}">
        <p14:creationId xmlns:p14="http://schemas.microsoft.com/office/powerpoint/2010/main" val="2655251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C22351-E7EA-631D-E330-20A8B1E01A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34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A0064E-3208-93F5-B92B-21AFCDC2183F}"/>
              </a:ext>
            </a:extLst>
          </p:cNvPr>
          <p:cNvSpPr/>
          <p:nvPr/>
        </p:nvSpPr>
        <p:spPr>
          <a:xfrm>
            <a:off x="3683000" y="3810000"/>
            <a:ext cx="4826000" cy="762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2D7A3-D84B-F807-2AB4-57801787CA9E}"/>
              </a:ext>
            </a:extLst>
          </p:cNvPr>
          <p:cNvSpPr txBox="1"/>
          <p:nvPr/>
        </p:nvSpPr>
        <p:spPr>
          <a:xfrm>
            <a:off x="2921000" y="2794000"/>
            <a:ext cx="635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3000" b="1">
                <a:solidFill>
                  <a:srgbClr val="FFFFFF"/>
                </a:solidFill>
                <a:latin typeface="Aptos Display" panose="020B0004020202020204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DB94BC-CF28-7BA2-8DD7-DF744E3A5A37}"/>
              </a:ext>
            </a:extLst>
          </p:cNvPr>
          <p:cNvSpPr txBox="1"/>
          <p:nvPr/>
        </p:nvSpPr>
        <p:spPr>
          <a:xfrm>
            <a:off x="2540000" y="41275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>
                <a:solidFill>
                  <a:srgbClr val="FFFFFF"/>
                </a:solidFill>
                <a:latin typeface="Aptos" panose="020B0004020202020204" pitchFamily="34" charset="0"/>
              </a:rPr>
              <a:t>CogniFlow-AI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604909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Patel</dc:creator>
  <cp:lastModifiedBy>Ansh Patel</cp:lastModifiedBy>
  <cp:revision>1</cp:revision>
  <dcterms:created xsi:type="dcterms:W3CDTF">2026-03-24T15:26:12Z</dcterms:created>
  <dcterms:modified xsi:type="dcterms:W3CDTF">2026-03-24T15:26:12Z</dcterms:modified>
</cp:coreProperties>
</file>